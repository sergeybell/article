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9"/>
    <p:restoredTop sz="94628"/>
  </p:normalViewPr>
  <p:slideViewPr>
    <p:cSldViewPr snapToGrid="0">
      <p:cViewPr>
        <p:scale>
          <a:sx n="196" d="100"/>
          <a:sy n="196" d="100"/>
        </p:scale>
        <p:origin x="-688" y="-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97F7A-BEC4-00F4-37B0-DB887172B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FEE577-40BD-FB12-85CE-73E569B1D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8A7F91-90B8-4261-13FD-C771F0F9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90FE0-2708-29D2-9F12-3E20BA60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B9E54F-6DAA-38D8-5D24-B9AA3C70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83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21FDC-A76D-A308-3181-EBA4DEF0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C9D3DD-9CD7-8194-170E-6C5242CA3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62A23F-8415-5C5B-662B-502B94CE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19F4A8-AFED-410A-149B-343EAF2FC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CFD258-06E4-8846-7FF2-53D06E6B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56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C1571-61E2-52C2-B849-430F74C1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C6043F-4EDB-2719-D26F-A5FBF7AD5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0C7F3A-B79F-16D2-2160-54C36406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FD2A15-23EF-59D8-5B0F-6E169D10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02D1D-EDA8-C789-C1BC-B4EDE329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14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24D2E-DD0E-3659-08EA-AE91E5EF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1131C-8239-40FB-AD9A-4C13DDF85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B928B5-5128-4A9A-77F2-EF19456B0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025DAD-CBBC-C6CD-F2DD-5725B70E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6129A3-261B-5307-27D7-E1371E44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74D571-AAA7-9B74-B9A1-703962D8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04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E4D51-02C1-6BA8-BAC3-B068A6C0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9E5C38-3D91-8EA0-E526-C0D16B065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B8E5CD-59D6-45A4-262C-35AC80317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B5B307-751B-1443-0149-7BD621F9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625831-2F70-D8CA-FE9A-9445DA305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0B82A7-B36D-F08D-2E2F-1ABB2FA71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D023F3-CB2F-BA7B-CE8E-C8BE0E1F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341F19-1D5A-5914-975D-90657EE5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62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C8C2A-A17C-5086-B17F-A8DD0394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5E783B-B733-03BC-62F5-DDA36105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CFD507-D553-8C0F-BDA1-E5125820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08425D-FFCE-3F52-5954-80D51F89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31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B7A758-75A9-E511-75D1-B64F3AE3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D8605B-814A-1044-7492-73E9D925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D3ADEF-18AA-BAD4-35FD-38EA6DCF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8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32C9F-EBE9-C725-90E4-669E0205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C3DAD-13B7-42C4-53AC-1A500E457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D1877E-72F3-1CCC-3DC9-839A91866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15C8B1-25D5-9C11-0F3E-958DE20B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B16411-0552-8421-0912-A3D88C30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5BD821-DA24-8129-9836-685F4160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50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FC9BA-4868-A944-F953-DCAA7BEB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7971F7-F2F6-F45C-0FE6-6CFFFA4B6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54D7B4-3E18-7DD0-F0B8-7FF48E7A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913D71-B9F5-BDB8-D70C-1BD64B97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3379B1-7085-7523-C09C-9DA664DC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F04E90-D4C3-816A-A6CE-0F0694B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13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40656-D4F1-2E7D-2964-327CDEA2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A008D4-4FC4-BEB5-4258-DD9C074DC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289CB0-BA4D-BABE-86EF-AEEBD612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71909D-7CE6-0C59-0CE3-6E368EEC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00B949-36BB-0AA6-6F1E-DC4588CE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25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309DCE-1BF3-9A6D-EA7D-4E32ABEFF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FB7560-EBFF-A8E0-7707-D72AC6D38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17F86-6501-745E-957F-970F6228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0BB82-28D6-8E23-FC11-D7491AA7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1382D1-A5F9-15BA-4B4B-62C08A46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85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EF502-5B5F-F0B2-D544-E1D19089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3D8B7B-47E3-53AA-54EB-9CADB3EE7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673CD8-3F50-8464-A7B1-A4DA2F2CD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7B4C-331F-9845-A9F4-2BE58EEACE7D}" type="datetimeFigureOut">
              <a:rPr lang="ru-RU" smtClean="0"/>
              <a:t>02.08.2025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BF6F55-E8D8-8E87-04C8-7A6DF1FE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E455A4-F179-FD39-BAB6-D323C2788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4AFC7-730E-944D-B1DA-438FD1DD4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05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D574363-9847-31A8-7D81-3F4DBF1692C1}"/>
              </a:ext>
            </a:extLst>
          </p:cNvPr>
          <p:cNvSpPr/>
          <p:nvPr/>
        </p:nvSpPr>
        <p:spPr>
          <a:xfrm>
            <a:off x="1577340" y="1360170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856F4C-368C-47CD-B28E-539652F3905E}"/>
              </a:ext>
            </a:extLst>
          </p:cNvPr>
          <p:cNvSpPr/>
          <p:nvPr/>
        </p:nvSpPr>
        <p:spPr>
          <a:xfrm>
            <a:off x="1577340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A27AB0-E567-6007-E6B0-9BD5A80FBD1B}"/>
              </a:ext>
            </a:extLst>
          </p:cNvPr>
          <p:cNvSpPr/>
          <p:nvPr/>
        </p:nvSpPr>
        <p:spPr>
          <a:xfrm>
            <a:off x="1937340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C405DB-753D-FC0C-4474-25501F0CA88D}"/>
              </a:ext>
            </a:extLst>
          </p:cNvPr>
          <p:cNvSpPr/>
          <p:nvPr/>
        </p:nvSpPr>
        <p:spPr>
          <a:xfrm>
            <a:off x="2297340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49F37F-28AD-20AD-BE0F-13F81E8DADF3}"/>
              </a:ext>
            </a:extLst>
          </p:cNvPr>
          <p:cNvSpPr/>
          <p:nvPr/>
        </p:nvSpPr>
        <p:spPr>
          <a:xfrm>
            <a:off x="2731226" y="1360170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7DAC6C9-85C5-7E04-B15E-27E21EDD1F90}"/>
              </a:ext>
            </a:extLst>
          </p:cNvPr>
          <p:cNvSpPr/>
          <p:nvPr/>
        </p:nvSpPr>
        <p:spPr>
          <a:xfrm>
            <a:off x="2731226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BC30B75-D733-7434-61BA-8860C5E8F145}"/>
              </a:ext>
            </a:extLst>
          </p:cNvPr>
          <p:cNvSpPr/>
          <p:nvPr/>
        </p:nvSpPr>
        <p:spPr>
          <a:xfrm>
            <a:off x="3091226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2AD9F5-9376-9A7A-BB85-16610B4B5A5F}"/>
              </a:ext>
            </a:extLst>
          </p:cNvPr>
          <p:cNvSpPr/>
          <p:nvPr/>
        </p:nvSpPr>
        <p:spPr>
          <a:xfrm>
            <a:off x="3451226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DAE006-B308-57D1-57F7-20A5B9F03EF0}"/>
              </a:ext>
            </a:extLst>
          </p:cNvPr>
          <p:cNvSpPr/>
          <p:nvPr/>
        </p:nvSpPr>
        <p:spPr>
          <a:xfrm>
            <a:off x="3885112" y="1360170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561B5BC-B477-5AF7-0FF3-E19FA8B2BBE1}"/>
              </a:ext>
            </a:extLst>
          </p:cNvPr>
          <p:cNvSpPr/>
          <p:nvPr/>
        </p:nvSpPr>
        <p:spPr>
          <a:xfrm>
            <a:off x="3885112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EB20CB4-12DF-C7C5-05AB-F69F08833B66}"/>
              </a:ext>
            </a:extLst>
          </p:cNvPr>
          <p:cNvSpPr/>
          <p:nvPr/>
        </p:nvSpPr>
        <p:spPr>
          <a:xfrm>
            <a:off x="4245112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B4CEEB5-A32A-4D8C-8829-204574C169CF}"/>
              </a:ext>
            </a:extLst>
          </p:cNvPr>
          <p:cNvSpPr/>
          <p:nvPr/>
        </p:nvSpPr>
        <p:spPr>
          <a:xfrm>
            <a:off x="4605112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06388CA-CC40-27EF-07D4-C9DC47678CC8}"/>
              </a:ext>
            </a:extLst>
          </p:cNvPr>
          <p:cNvSpPr/>
          <p:nvPr/>
        </p:nvSpPr>
        <p:spPr>
          <a:xfrm>
            <a:off x="5032964" y="1360170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A64EA32-4E92-A779-F474-E9B6A3033257}"/>
              </a:ext>
            </a:extLst>
          </p:cNvPr>
          <p:cNvSpPr/>
          <p:nvPr/>
        </p:nvSpPr>
        <p:spPr>
          <a:xfrm>
            <a:off x="5032964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57CE740-C85A-1801-C4C9-5A0457570514}"/>
              </a:ext>
            </a:extLst>
          </p:cNvPr>
          <p:cNvSpPr/>
          <p:nvPr/>
        </p:nvSpPr>
        <p:spPr>
          <a:xfrm>
            <a:off x="5392964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4D528D3-E30C-2C19-2C30-0B1DCBCFBAD9}"/>
              </a:ext>
            </a:extLst>
          </p:cNvPr>
          <p:cNvSpPr/>
          <p:nvPr/>
        </p:nvSpPr>
        <p:spPr>
          <a:xfrm>
            <a:off x="5752964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0304808-7180-1685-EABE-9676E034166D}"/>
              </a:ext>
            </a:extLst>
          </p:cNvPr>
          <p:cNvSpPr/>
          <p:nvPr/>
        </p:nvSpPr>
        <p:spPr>
          <a:xfrm>
            <a:off x="6180816" y="1360170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2C6FC34-8BEC-2D72-BC06-03CBD12219CA}"/>
              </a:ext>
            </a:extLst>
          </p:cNvPr>
          <p:cNvSpPr/>
          <p:nvPr/>
        </p:nvSpPr>
        <p:spPr>
          <a:xfrm>
            <a:off x="6180816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D49DE9D-F9D1-552D-8E99-80C86945FE16}"/>
              </a:ext>
            </a:extLst>
          </p:cNvPr>
          <p:cNvSpPr/>
          <p:nvPr/>
        </p:nvSpPr>
        <p:spPr>
          <a:xfrm>
            <a:off x="6540816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A22C77-0DCC-9D4D-D1C9-BD5C17F483CC}"/>
              </a:ext>
            </a:extLst>
          </p:cNvPr>
          <p:cNvSpPr/>
          <p:nvPr/>
        </p:nvSpPr>
        <p:spPr>
          <a:xfrm>
            <a:off x="6900816" y="1360170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6F455AC4-5831-4281-B184-6229DB6FD06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477340" y="1900170"/>
            <a:ext cx="0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77738B12-91BA-D252-5EFE-CA60847B2A3F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357678" y="1900170"/>
            <a:ext cx="3138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D251A549-B38D-A06F-2624-1902A9679DFB}"/>
              </a:ext>
            </a:extLst>
          </p:cNvPr>
          <p:cNvCxnSpPr/>
          <p:nvPr/>
        </p:nvCxnSpPr>
        <p:spPr>
          <a:xfrm>
            <a:off x="2477340" y="2231136"/>
            <a:ext cx="38803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4D2A35B-8E58-E363-C142-F967356C2F46}"/>
              </a:ext>
            </a:extLst>
          </p:cNvPr>
          <p:cNvSpPr txBox="1"/>
          <p:nvPr/>
        </p:nvSpPr>
        <p:spPr>
          <a:xfrm>
            <a:off x="3647895" y="2231136"/>
            <a:ext cx="176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180° 40 magnets</a:t>
            </a:r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1745D07F-3EC1-73D8-B17F-284725A7B60A}"/>
              </a:ext>
            </a:extLst>
          </p:cNvPr>
          <p:cNvCxnSpPr>
            <a:cxnSpLocks/>
          </p:cNvCxnSpPr>
          <p:nvPr/>
        </p:nvCxnSpPr>
        <p:spPr>
          <a:xfrm>
            <a:off x="1577340" y="1900170"/>
            <a:ext cx="0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1831EBBE-E245-5EA0-C29A-2626130CF66B}"/>
              </a:ext>
            </a:extLst>
          </p:cNvPr>
          <p:cNvCxnSpPr>
            <a:cxnSpLocks/>
          </p:cNvCxnSpPr>
          <p:nvPr/>
        </p:nvCxnSpPr>
        <p:spPr>
          <a:xfrm>
            <a:off x="1577340" y="2231136"/>
            <a:ext cx="9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E4CA748-DD19-4F5E-46BC-4A287BA791C6}"/>
              </a:ext>
            </a:extLst>
          </p:cNvPr>
          <p:cNvSpPr txBox="1"/>
          <p:nvPr/>
        </p:nvSpPr>
        <p:spPr>
          <a:xfrm>
            <a:off x="1323463" y="2231136"/>
            <a:ext cx="1947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45° 10 magnets</a:t>
            </a:r>
            <a:endParaRPr lang="ru-RU" dirty="0"/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33493271-7B1B-F1A0-274B-5B12B41188FB}"/>
              </a:ext>
            </a:extLst>
          </p:cNvPr>
          <p:cNvCxnSpPr>
            <a:cxnSpLocks/>
          </p:cNvCxnSpPr>
          <p:nvPr/>
        </p:nvCxnSpPr>
        <p:spPr>
          <a:xfrm>
            <a:off x="6366075" y="2231136"/>
            <a:ext cx="9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72894B2F-9081-E741-677F-E5865B8F9C2A}"/>
              </a:ext>
            </a:extLst>
          </p:cNvPr>
          <p:cNvCxnSpPr>
            <a:cxnSpLocks/>
          </p:cNvCxnSpPr>
          <p:nvPr/>
        </p:nvCxnSpPr>
        <p:spPr>
          <a:xfrm>
            <a:off x="7260816" y="1900170"/>
            <a:ext cx="0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E1C7EEA-2125-F48A-CF54-E099B19030AB}"/>
              </a:ext>
            </a:extLst>
          </p:cNvPr>
          <p:cNvSpPr txBox="1"/>
          <p:nvPr/>
        </p:nvSpPr>
        <p:spPr>
          <a:xfrm>
            <a:off x="1057573" y="1445504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QD</a:t>
            </a:r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66D1E-8E0D-EE12-D212-B32740A5345D}"/>
              </a:ext>
            </a:extLst>
          </p:cNvPr>
          <p:cNvSpPr txBox="1"/>
          <p:nvPr/>
        </p:nvSpPr>
        <p:spPr>
          <a:xfrm>
            <a:off x="7323648" y="1445504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QD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71F10A-BB38-2665-88C4-29E332341133}"/>
              </a:ext>
            </a:extLst>
          </p:cNvPr>
          <p:cNvSpPr txBox="1"/>
          <p:nvPr/>
        </p:nvSpPr>
        <p:spPr>
          <a:xfrm>
            <a:off x="6125917" y="905504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QF</a:t>
            </a:r>
            <a:endParaRPr lang="ru-R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04D565-7D98-89FD-D7E4-FBF65D5F1B1A}"/>
              </a:ext>
            </a:extLst>
          </p:cNvPr>
          <p:cNvSpPr txBox="1"/>
          <p:nvPr/>
        </p:nvSpPr>
        <p:spPr>
          <a:xfrm>
            <a:off x="2254362" y="906769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</a:t>
            </a:r>
            <a:r>
              <a:rPr lang="en-US" dirty="0"/>
              <a:t>F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20BFC6-9FE2-A82E-D052-AA6DC0299BF9}"/>
              </a:ext>
            </a:extLst>
          </p:cNvPr>
          <p:cNvSpPr txBox="1"/>
          <p:nvPr/>
        </p:nvSpPr>
        <p:spPr>
          <a:xfrm>
            <a:off x="5932964" y="2229871"/>
            <a:ext cx="1947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45° 10 magnets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7FADC6-DD7A-9360-9756-211CBA4D11EA}"/>
              </a:ext>
            </a:extLst>
          </p:cNvPr>
          <p:cNvSpPr/>
          <p:nvPr/>
        </p:nvSpPr>
        <p:spPr>
          <a:xfrm>
            <a:off x="1540397" y="371753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754F18-C568-7D14-55B9-3DE8BDE23918}"/>
              </a:ext>
            </a:extLst>
          </p:cNvPr>
          <p:cNvSpPr/>
          <p:nvPr/>
        </p:nvSpPr>
        <p:spPr>
          <a:xfrm>
            <a:off x="1540397" y="3717533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9FD20D-E304-6395-B596-31102EA3BF74}"/>
              </a:ext>
            </a:extLst>
          </p:cNvPr>
          <p:cNvSpPr/>
          <p:nvPr/>
        </p:nvSpPr>
        <p:spPr>
          <a:xfrm>
            <a:off x="1900397" y="3717533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010ED5E-C301-50E8-3844-D45FEEFFD3DE}"/>
              </a:ext>
            </a:extLst>
          </p:cNvPr>
          <p:cNvSpPr/>
          <p:nvPr/>
        </p:nvSpPr>
        <p:spPr>
          <a:xfrm>
            <a:off x="2260397" y="3717533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2E6BB34-7333-3128-5763-8BC0D8C778BC}"/>
              </a:ext>
            </a:extLst>
          </p:cNvPr>
          <p:cNvSpPr/>
          <p:nvPr/>
        </p:nvSpPr>
        <p:spPr>
          <a:xfrm>
            <a:off x="2677993" y="3716268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55B7C4-05C8-625F-876D-2BB43E3F9E26}"/>
              </a:ext>
            </a:extLst>
          </p:cNvPr>
          <p:cNvSpPr/>
          <p:nvPr/>
        </p:nvSpPr>
        <p:spPr>
          <a:xfrm>
            <a:off x="2677993" y="3716268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56E2F25-9BB5-8EDE-B16F-835B84CC38CB}"/>
              </a:ext>
            </a:extLst>
          </p:cNvPr>
          <p:cNvSpPr/>
          <p:nvPr/>
        </p:nvSpPr>
        <p:spPr>
          <a:xfrm>
            <a:off x="3037993" y="3716268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FB83BD5-623A-3F78-841C-054ACBF708FF}"/>
              </a:ext>
            </a:extLst>
          </p:cNvPr>
          <p:cNvSpPr/>
          <p:nvPr/>
        </p:nvSpPr>
        <p:spPr>
          <a:xfrm>
            <a:off x="3397993" y="3716268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5F076E7-28CA-5926-9B5E-1B41D274D629}"/>
              </a:ext>
            </a:extLst>
          </p:cNvPr>
          <p:cNvSpPr/>
          <p:nvPr/>
        </p:nvSpPr>
        <p:spPr>
          <a:xfrm>
            <a:off x="3810111" y="3715636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AD30FD4-60D0-F331-4306-C4E92E76F8F1}"/>
              </a:ext>
            </a:extLst>
          </p:cNvPr>
          <p:cNvSpPr/>
          <p:nvPr/>
        </p:nvSpPr>
        <p:spPr>
          <a:xfrm>
            <a:off x="3810111" y="3715636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37D961D-8F36-CED6-592B-EEFE472426A5}"/>
              </a:ext>
            </a:extLst>
          </p:cNvPr>
          <p:cNvSpPr/>
          <p:nvPr/>
        </p:nvSpPr>
        <p:spPr>
          <a:xfrm>
            <a:off x="4170111" y="3715636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BD03E50-3415-6F71-7114-FB87130E83CC}"/>
              </a:ext>
            </a:extLst>
          </p:cNvPr>
          <p:cNvSpPr/>
          <p:nvPr/>
        </p:nvSpPr>
        <p:spPr>
          <a:xfrm>
            <a:off x="4530111" y="3715636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24D8AAD-C779-8E59-CBE8-99ABE4A78631}"/>
              </a:ext>
            </a:extLst>
          </p:cNvPr>
          <p:cNvSpPr/>
          <p:nvPr/>
        </p:nvSpPr>
        <p:spPr>
          <a:xfrm>
            <a:off x="4945206" y="3715636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2BADEFFB-6AD8-EAA8-2723-59417A4D468E}"/>
              </a:ext>
            </a:extLst>
          </p:cNvPr>
          <p:cNvSpPr/>
          <p:nvPr/>
        </p:nvSpPr>
        <p:spPr>
          <a:xfrm>
            <a:off x="4945206" y="3715636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6450164-82C0-94E2-5970-1E38746D6BD6}"/>
              </a:ext>
            </a:extLst>
          </p:cNvPr>
          <p:cNvSpPr/>
          <p:nvPr/>
        </p:nvSpPr>
        <p:spPr>
          <a:xfrm>
            <a:off x="5305206" y="3715636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CC60648-39BA-942C-C7EE-C361CAD70F28}"/>
              </a:ext>
            </a:extLst>
          </p:cNvPr>
          <p:cNvSpPr/>
          <p:nvPr/>
        </p:nvSpPr>
        <p:spPr>
          <a:xfrm>
            <a:off x="5665206" y="3715636"/>
            <a:ext cx="36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C91B2A51-5BE7-A5F6-CE2D-5BC0A24DF86A}"/>
              </a:ext>
            </a:extLst>
          </p:cNvPr>
          <p:cNvCxnSpPr>
            <a:cxnSpLocks/>
          </p:cNvCxnSpPr>
          <p:nvPr/>
        </p:nvCxnSpPr>
        <p:spPr>
          <a:xfrm>
            <a:off x="2261435" y="4255636"/>
            <a:ext cx="0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55835280-48E7-6EB7-4001-7B4BACE858DC}"/>
              </a:ext>
            </a:extLst>
          </p:cNvPr>
          <p:cNvCxnSpPr>
            <a:cxnSpLocks/>
          </p:cNvCxnSpPr>
          <p:nvPr/>
        </p:nvCxnSpPr>
        <p:spPr>
          <a:xfrm flipH="1">
            <a:off x="5302586" y="4255636"/>
            <a:ext cx="3138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D0BF92AF-E960-83F7-C965-EAE3125D6EEB}"/>
              </a:ext>
            </a:extLst>
          </p:cNvPr>
          <p:cNvCxnSpPr>
            <a:cxnSpLocks/>
          </p:cNvCxnSpPr>
          <p:nvPr/>
        </p:nvCxnSpPr>
        <p:spPr>
          <a:xfrm>
            <a:off x="2261435" y="4588499"/>
            <a:ext cx="30411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2A9D922-719F-A079-0A36-640DB01CA402}"/>
              </a:ext>
            </a:extLst>
          </p:cNvPr>
          <p:cNvSpPr txBox="1"/>
          <p:nvPr/>
        </p:nvSpPr>
        <p:spPr>
          <a:xfrm>
            <a:off x="3349888" y="4605326"/>
            <a:ext cx="1096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180° 32mag </a:t>
            </a:r>
            <a:endParaRPr lang="ru-RU" sz="1400" dirty="0"/>
          </a:p>
        </p:txBody>
      </p: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D3F742FC-73FC-5850-675F-43215F66C9C7}"/>
              </a:ext>
            </a:extLst>
          </p:cNvPr>
          <p:cNvCxnSpPr>
            <a:cxnSpLocks/>
          </p:cNvCxnSpPr>
          <p:nvPr/>
        </p:nvCxnSpPr>
        <p:spPr>
          <a:xfrm>
            <a:off x="1540397" y="4257533"/>
            <a:ext cx="0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4268C928-6461-EF59-3DE6-69383669BA2A}"/>
              </a:ext>
            </a:extLst>
          </p:cNvPr>
          <p:cNvCxnSpPr>
            <a:cxnSpLocks/>
          </p:cNvCxnSpPr>
          <p:nvPr/>
        </p:nvCxnSpPr>
        <p:spPr>
          <a:xfrm>
            <a:off x="1540397" y="4587234"/>
            <a:ext cx="7308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27135B57-980B-7295-75CE-CDBA6A15E3F0}"/>
              </a:ext>
            </a:extLst>
          </p:cNvPr>
          <p:cNvCxnSpPr>
            <a:cxnSpLocks/>
          </p:cNvCxnSpPr>
          <p:nvPr/>
        </p:nvCxnSpPr>
        <p:spPr>
          <a:xfrm>
            <a:off x="5302586" y="4586602"/>
            <a:ext cx="7226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A1C3E6D-3249-8FBC-831D-E570D85E76ED}"/>
              </a:ext>
            </a:extLst>
          </p:cNvPr>
          <p:cNvSpPr txBox="1"/>
          <p:nvPr/>
        </p:nvSpPr>
        <p:spPr>
          <a:xfrm>
            <a:off x="5300492" y="4592293"/>
            <a:ext cx="920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45° 8 mag</a:t>
            </a:r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1D2E0850-EEA2-CF0A-EB83-EFD697D47324}"/>
              </a:ext>
            </a:extLst>
          </p:cNvPr>
          <p:cNvCxnSpPr>
            <a:cxnSpLocks/>
          </p:cNvCxnSpPr>
          <p:nvPr/>
        </p:nvCxnSpPr>
        <p:spPr>
          <a:xfrm>
            <a:off x="6025206" y="4255636"/>
            <a:ext cx="0" cy="3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0AC1C00-59F5-FAC9-FA44-C9C5E9574B2F}"/>
              </a:ext>
            </a:extLst>
          </p:cNvPr>
          <p:cNvSpPr txBox="1"/>
          <p:nvPr/>
        </p:nvSpPr>
        <p:spPr>
          <a:xfrm>
            <a:off x="1194667" y="2992860"/>
            <a:ext cx="478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Поворотная арка из 12 ячеек (4 суперпериода)</a:t>
            </a: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F88566A7-971A-A4F9-36DE-5A6CBC61A345}"/>
              </a:ext>
            </a:extLst>
          </p:cNvPr>
          <p:cNvSpPr/>
          <p:nvPr/>
        </p:nvSpPr>
        <p:spPr>
          <a:xfrm>
            <a:off x="6820759" y="3924670"/>
            <a:ext cx="569938" cy="330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ru-RU" sz="1100" dirty="0"/>
              <a:t>ФОДО</a:t>
            </a: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8A2C5896-8E2E-27AF-E157-8127C71F4FF2}"/>
              </a:ext>
            </a:extLst>
          </p:cNvPr>
          <p:cNvSpPr/>
          <p:nvPr/>
        </p:nvSpPr>
        <p:spPr>
          <a:xfrm>
            <a:off x="7390697" y="3924812"/>
            <a:ext cx="569938" cy="330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ru-RU" sz="1100" dirty="0"/>
              <a:t>ФОДО</a:t>
            </a:r>
          </a:p>
        </p:txBody>
      </p:sp>
    </p:spTree>
    <p:extLst>
      <p:ext uri="{BB962C8B-B14F-4D97-AF65-F5344CB8AC3E}">
        <p14:creationId xmlns:p14="http://schemas.microsoft.com/office/powerpoint/2010/main" val="407033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A40BA7F-64F0-3E6A-10AB-874BEC5F8496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459744" y="2685386"/>
            <a:ext cx="0" cy="26999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41000D6-54DB-2BAA-5225-D1168D08F75C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876904" y="2685385"/>
            <a:ext cx="0" cy="270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F8209E04-E920-5F3E-9FBC-B88D81FE818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462073" y="2685385"/>
            <a:ext cx="0" cy="270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18987D08-AADC-E762-E766-2E72482B31D3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878086" y="2685386"/>
            <a:ext cx="0" cy="26999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2FAC07-A60E-B296-F1C0-AF887F1E6622}"/>
              </a:ext>
            </a:extLst>
          </p:cNvPr>
          <p:cNvSpPr txBox="1"/>
          <p:nvPr/>
        </p:nvSpPr>
        <p:spPr>
          <a:xfrm>
            <a:off x="766057" y="2955385"/>
            <a:ext cx="813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45° 8 mag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D781C6D-BF6B-F3C7-F81C-30729CFFF306}"/>
              </a:ext>
            </a:extLst>
          </p:cNvPr>
          <p:cNvSpPr/>
          <p:nvPr/>
        </p:nvSpPr>
        <p:spPr>
          <a:xfrm>
            <a:off x="1458562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3DA4E1-C57C-6721-B5BC-184A5EA48AD0}"/>
              </a:ext>
            </a:extLst>
          </p:cNvPr>
          <p:cNvSpPr/>
          <p:nvPr/>
        </p:nvSpPr>
        <p:spPr>
          <a:xfrm>
            <a:off x="1167733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CE4029B-99CF-4CBC-0D24-B5E9D0E2DC21}"/>
              </a:ext>
            </a:extLst>
          </p:cNvPr>
          <p:cNvSpPr/>
          <p:nvPr/>
        </p:nvSpPr>
        <p:spPr>
          <a:xfrm>
            <a:off x="876904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1C1AE1B-D7E4-C6EA-FA7F-3BEA68B1947E}"/>
              </a:ext>
            </a:extLst>
          </p:cNvPr>
          <p:cNvSpPr/>
          <p:nvPr/>
        </p:nvSpPr>
        <p:spPr>
          <a:xfrm>
            <a:off x="2357087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4C77AC9-B87E-4A67-7EE0-0E76F57DBAB3}"/>
              </a:ext>
            </a:extLst>
          </p:cNvPr>
          <p:cNvSpPr/>
          <p:nvPr/>
        </p:nvSpPr>
        <p:spPr>
          <a:xfrm>
            <a:off x="2066258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A51857-49F5-D282-3304-11BBEB9266E9}"/>
              </a:ext>
            </a:extLst>
          </p:cNvPr>
          <p:cNvSpPr/>
          <p:nvPr/>
        </p:nvSpPr>
        <p:spPr>
          <a:xfrm>
            <a:off x="1775429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19232A-1B0F-29DB-F3DA-DB630C33B7AB}"/>
              </a:ext>
            </a:extLst>
          </p:cNvPr>
          <p:cNvSpPr/>
          <p:nvPr/>
        </p:nvSpPr>
        <p:spPr>
          <a:xfrm>
            <a:off x="3261245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2A36EF0-68BE-37FB-123D-2DE04D7595A4}"/>
              </a:ext>
            </a:extLst>
          </p:cNvPr>
          <p:cNvSpPr/>
          <p:nvPr/>
        </p:nvSpPr>
        <p:spPr>
          <a:xfrm>
            <a:off x="2970416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BF764D6-BBC6-D05A-C94D-83FCFC3A3612}"/>
              </a:ext>
            </a:extLst>
          </p:cNvPr>
          <p:cNvSpPr/>
          <p:nvPr/>
        </p:nvSpPr>
        <p:spPr>
          <a:xfrm>
            <a:off x="2679587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A45D9C4-D66D-3AD3-E674-7B35033EFEF2}"/>
              </a:ext>
            </a:extLst>
          </p:cNvPr>
          <p:cNvSpPr/>
          <p:nvPr/>
        </p:nvSpPr>
        <p:spPr>
          <a:xfrm>
            <a:off x="4165404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5F0457-E979-34E8-9332-BF1389AAF0AD}"/>
              </a:ext>
            </a:extLst>
          </p:cNvPr>
          <p:cNvSpPr/>
          <p:nvPr/>
        </p:nvSpPr>
        <p:spPr>
          <a:xfrm>
            <a:off x="3874575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C23D223-1059-9295-C5BC-7DA68BEFBA44}"/>
              </a:ext>
            </a:extLst>
          </p:cNvPr>
          <p:cNvSpPr/>
          <p:nvPr/>
        </p:nvSpPr>
        <p:spPr>
          <a:xfrm>
            <a:off x="3583746" y="2572966"/>
            <a:ext cx="294340" cy="22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435DED6-7B4C-3E85-4D3B-08209A2C453B}"/>
              </a:ext>
            </a:extLst>
          </p:cNvPr>
          <p:cNvCxnSpPr>
            <a:cxnSpLocks/>
          </p:cNvCxnSpPr>
          <p:nvPr/>
        </p:nvCxnSpPr>
        <p:spPr>
          <a:xfrm>
            <a:off x="876904" y="2955385"/>
            <a:ext cx="5816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89BC67-01C8-8553-2E3F-D95ADDB9B02D}"/>
              </a:ext>
            </a:extLst>
          </p:cNvPr>
          <p:cNvSpPr txBox="1"/>
          <p:nvPr/>
        </p:nvSpPr>
        <p:spPr>
          <a:xfrm>
            <a:off x="2179744" y="2955382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180° 32mag </a:t>
            </a:r>
            <a:endParaRPr lang="ru-RU" sz="1200" dirty="0"/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98A7ED64-F114-BAAA-8A64-6055EE8CBE85}"/>
              </a:ext>
            </a:extLst>
          </p:cNvPr>
          <p:cNvCxnSpPr>
            <a:cxnSpLocks/>
          </p:cNvCxnSpPr>
          <p:nvPr/>
        </p:nvCxnSpPr>
        <p:spPr>
          <a:xfrm>
            <a:off x="3881598" y="2955385"/>
            <a:ext cx="5781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622DC768-4E2A-FADF-2F88-3F3EF8D561EE}"/>
              </a:ext>
            </a:extLst>
          </p:cNvPr>
          <p:cNvCxnSpPr>
            <a:cxnSpLocks/>
          </p:cNvCxnSpPr>
          <p:nvPr/>
        </p:nvCxnSpPr>
        <p:spPr>
          <a:xfrm>
            <a:off x="1462072" y="2955385"/>
            <a:ext cx="24125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3A96B1C-45F2-02D7-23F8-A5EFA3A814E9}"/>
              </a:ext>
            </a:extLst>
          </p:cNvPr>
          <p:cNvSpPr txBox="1"/>
          <p:nvPr/>
        </p:nvSpPr>
        <p:spPr>
          <a:xfrm>
            <a:off x="3753395" y="2955383"/>
            <a:ext cx="8240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45° 8 mag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6929208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2821</TotalTime>
  <Words>45</Words>
  <Application>Microsoft Macintosh PowerPoint</Application>
  <PresentationFormat>Широкоэкранный</PresentationFormat>
  <Paragraphs>15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2</cp:revision>
  <dcterms:created xsi:type="dcterms:W3CDTF">2025-01-31T09:10:54Z</dcterms:created>
  <dcterms:modified xsi:type="dcterms:W3CDTF">2025-08-04T09:41:25Z</dcterms:modified>
</cp:coreProperties>
</file>